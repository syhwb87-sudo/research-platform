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A78D6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A100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B6834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BAF7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87BA4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8470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083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128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PRIDE 연구활동 종합관리 Dashboard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연구과제 관리를 넘어, 연구활동 포트폴리오 관리로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설계·Demo 시연 자료  ·  2026. 08.  ·  기술연구원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연구활동군 통합 대시보드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다시 설계하는가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 개편 — 다양한 연구활동을 동일 체계 안에서 통합 관리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대부분의 활동을 “연구과제” 하나의 틀로 관리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개편</a:t>
            </a:r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활동 특성별로 수행방식·관리수준을 차별화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4480560" cy="3017520"/>
          </a:xfrm>
          <a:prstGeom prst="roundRect">
            <a:avLst>
              <a:gd name="adj" fmla="val 2424"/>
            </a:avLst>
          </a:prstGeom>
          <a:solidFill>
            <a:srgbClr val="F0F5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Dashboard가 답해야 할 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310128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활동이 6개 군에 어떻게 분포되어 있는가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 Week는 어디에 투입되는가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전략과 현업지원은 균형적인가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탐색·혁신은 충분한가, 지식자산은 느는가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종료 후 실제 사업성과가 발생하는가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0" y="1508760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1728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2A78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63056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프로젝트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797296" y="2167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 연구과제 + a2 MW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32520" y="1508760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33688" y="172821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DA1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17736" y="1673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성과관리·확산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51976" y="2167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완료평가 + 1~5년차 활용평가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990088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79008" y="320954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B68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63056" y="3154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현업·고객 문제해결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97296" y="36484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a3(W코드) + a4 현업지원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32520" y="2990088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33688" y="3209544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1BAF7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17736" y="3154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탐색·혁신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51976" y="364845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a3(N코드) + a2 MW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4471416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79008" y="4690872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87BA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63056" y="4636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지식자산·전문활동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797296" y="51297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논문·발표·학회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32520" y="4471416"/>
            <a:ext cx="29718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76200" dist="25400" dir="5400000">
              <a:srgbClr val="B8C0CC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33688" y="4690872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0083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17736" y="4636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성과·역량 강화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951976" y="51297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a6 기술홍보·교육·조직기여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설계서 · 동작하는 Demo · 실운영 전환 가능한 데이터 모델 — PR #1로 제출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B8C0CC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설계서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브레인스토밍 아이디어 34선 (4개 관점)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IA·첫 화면 Wireframe·KPI 22종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장기성과 위젯 16종 심화 설계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Design Guide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B8C0CC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772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Demo 대시보드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6종: 홈 / 활동군 상세 / MW /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장기성과 / Executive / 시뮬레이터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6종 → ETL → 정적 대시보드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없이 브라우저만으로 시연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차트 25종 · 검증 통과 팔레트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B8C0CC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Demo DB (Star Schema)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4231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 7 × Dimension 6 설계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활동군·조직·기간 공통 축 통합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실운영 전환 시 활용평가 Fact만 교체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가능 ETL (시드 고정)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github.com/syhwb87-sudo/Research-Platform — docs/PRIDE_Dashboard_Design.md · demo/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철학 — Portfolio Command Center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“연구를 얼마나 했는가”가 아니라 “연구가 회사를 얼마나 바꿨는가”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5B64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연구비 · MW 투입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활동군으로 배분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52928" y="2103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포트폴리오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분포·균형을 목표 대비 상시 진단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57216" y="2103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4376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A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산출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완료평가로 기대성과 확정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61504" y="2103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1~5년차 활용평가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활용상태·실현이익 사후추적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546336" y="2697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65792" y="2103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1BAF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02952" y="22860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실현이익 · Achievement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902952" y="28803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대비 실현을 %로 증명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5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종합현황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49194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구성원의 매일 첫 화면 — 분포·균형·성과를 한눈에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4340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5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99432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장기성과 대시보드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4599432" y="49194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실현의 전체 사슬 — 경영 신뢰의 근거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4343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5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94192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One-Page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394192" y="49194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 없는 임원 브리핑 — 5분 내 전체 파악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① 홈 종합현황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6개 활동군의 분포·균형·성과를 한 화면에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활동군 KPI 스트립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군의 규모·상태·경고를 카드 6장으로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트리맵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건수/MW/예산 3개 렌즈 전환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진단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전략:현업, 탐색 비중을 목표 대비 ✓/⚠로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36592"/>
            <a:ext cx="310896" cy="310896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Attention Needed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지연·미실시·미활용 — 보는 화면을 일하는 화면으로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② 활동군 상세 (6종)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활동군별 KPI → 차트 → 목록 3단 구조, 서브패널 6개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ac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현업지원 SLA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완료율 75% · 평균 리드타임 33일 · 지연 59건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vs 완료 추이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백로그 증감을 월별로 추적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대응부서 분석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건수·리드타임으로 병목 부서 식별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36592"/>
            <a:ext cx="310896" cy="310896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원문 드릴다운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집계는 근거 목록까지 3클릭 이내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0" y="5650992"/>
            <a:ext cx="7525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전략·장기성과·탐색·지식자산·조직역량 패널 동일 구조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③ Man Week 분석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“연구원의 시간이 어디에 쓰이는가” — 조직×월 히트맵과 개인 부하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m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조직별 MW × 활동군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연구소별 투입 구조 비교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조직×월 Heatmap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과부하·유휴 구간을 색으로 즉시 식별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Utilization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부하율 판정(과부하/적정/저부하)과 검색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장기성과 추적 모델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완료평가는 끝이 아니라 시작 — 매년 활용평가로 실현을 검증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83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완료평가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2494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기대성과 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737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F5FC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4640" y="18836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1년차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2494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3288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F5FC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8836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2년차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2494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737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F5FC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8836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3년차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2494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1737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F5FC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1040" y="18836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4년차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2494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1928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49840" y="1737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0F5FC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18836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5년차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224942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84808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429000"/>
            <a:ext cx="544068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64845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EDA1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7280" y="3575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활용상태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활용중 / 부분활용 / 미활용 + 미활용 사유코드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3429000"/>
            <a:ext cx="544068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364845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BAF7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12280" y="35753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실현성과 6축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· 원가절감 · 생산성 · 품질 · 안전 · 환경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4754880"/>
            <a:ext cx="544068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" y="497433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A78D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97280" y="4901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Achievement %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실현이익 ÷ (년간기대이익 × 경과년)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63640" y="4754880"/>
            <a:ext cx="544068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4808" y="497433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EB683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12280" y="4901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3자 검증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6812280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활용부서 입력·승인 → 성과검증 부서 확정 → 검증상태 배지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Demo에서는 활용평가 실적을 시드 고정 시뮬레이션으로 생성 (DEMO 배지) — 실운영 시 PRIDE 활용평가 모듈 데이터로 교체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④ 장기성과 대시보드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연차별 활용률 · 기대 vs 실현 · BEP · 미활용 분석 (DEMO 시뮬레이션)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연차별 활용률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1→3년차 58%→40%, 급락 연차 = 개입 시점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곡선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실현이익이 누적 연구비를 넘는 시점 가시화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파레토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사유별 비중 + 매몰비용 → Revival 심의 근거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36592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Top/Bottom 10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성공·실패요인 리뷰 회의의 표준 자료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⑤ Executive One-Page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 없는 임원 화면 — 얼마 썼나 / 뭐가 돌아왔나 / 어디가 위험한가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ex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R&amp;D Value Flow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연구비→활동군→완료→활용→실현이익 Sankey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5 Value Creators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투자효율 상위 과제와 활용부서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Alerts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매몰·탐색 미달·평가 미실시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36592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" y="46908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한 줄 브리핑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기반 서술 — 추후 LLM 요약으로 고도화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⑥ 신규 과제 투입 시뮬레이터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과제를 받으면 누가 과부하가 되는가”를 수주 전에 답한다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Image 0" descr="/tmp/claude-0/-home-user-Research-Platform/ea077501-df68-5619-bdf5-5c6934277d94/scratchpad/deckshots/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7525512" cy="423367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9AA4B2">
                <a:alpha val="35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13441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부하율 전→후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1645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6개월 실적 기반, 적정 상한 90% 판정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505456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24597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 가능 판정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27614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여력 vs 필요 MW 자동 비교 문장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621024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" y="35753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 후보 추천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87552" y="387705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여력 큰 연구원 15명 자동 목록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실운영 전환 — 다시 만들 것이 없다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Demo에서 검증한 화면이 그대로 운영 화면이 된다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378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6" name="Shape 4"/>
          <p:cNvSpPr/>
          <p:nvPr/>
        </p:nvSpPr>
        <p:spPr>
          <a:xfrm>
            <a:off x="108356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297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65860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(현재)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481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실운영 (전환 후)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0F5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112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0025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6종 (a1~a6) → ETL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1305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00253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PRIDE Backend DB 직접 연동 — 화면·집계 인터페이스 불변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6207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099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활동군 분류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29900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과제코드 W/N 규칙 + L코드(신사업) 탐색 간주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18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9900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PRIDE 과제유형 코드 매핑 테이블로 대체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49624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0F5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 실적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9776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시드 고정 시뮬레이션 (DEMO 배지)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1056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9776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 모듈 실데이터로 fact_utilization만 교체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3717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지식자산·조직역량 MW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9651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 렌즈만 제공 (MW 미집계)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093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96519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근태·활동입력 연동으로 6개 군 전체 MW 통합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demo/index.html 브라우저로 열기 (백엔드·네트워크 불필요)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3784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AF7A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87BA4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658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F2B4A"/>
          </a:solidFill>
          <a:ln w="1905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· 완료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21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종합현황 · MW 분석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장기성과 · Executive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F2B4A"/>
          </a:solidFill>
          <a:ln w="19050">
            <a:solidFill>
              <a:srgbClr val="1BAF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· 완료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21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활동군 상세 6종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시뮬레이터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1F2B4A"/>
          </a:solidFill>
          <a:ln w="19050">
            <a:solidFill>
              <a:srgbClr val="EDA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· 제안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1214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PRIDE DB 연동 · My Dashboard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활용평가 캘린더·알림 · 역할 프리셋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77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대시보드는 연구를 얼마나 했는가가 아니라,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연구가 회사를 얼마나 바꿨는가를 보여준다.”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그것이 6개 활동군 체계로 제도를 개편한 이유 그 자체입니다.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PR: github.com/syhwb87-sudo/Research-Platform/pull/1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2026-08-31T07:21:39Z</dcterms:created>
  <dcterms:modified xsi:type="dcterms:W3CDTF">2026-08-31T07:21:39Z</dcterms:modified>
</cp:coreProperties>
</file>